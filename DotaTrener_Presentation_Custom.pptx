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5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0" y="2377440"/>
            <a:ext cx="1554480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0F0F5"/>
                </a:solidFill>
                <a:latin typeface="Calibri"/>
              </a:defRPr>
            </a:pPr>
            <a:r>
              <a:t>DotaTrener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494A8"/>
                </a:solidFill>
                <a:latin typeface="Calibri"/>
              </a:defRPr>
            </a:pPr>
            <a:r>
              <a:t>Платформа для поиска тренеров по Dota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5CE7"/>
                </a:solidFill>
                <a:latin typeface="Calibri"/>
              </a:defRPr>
            </a:pPr>
            <a:r>
              <a:t>Кроссплатформенное мобильное приложение (Android + Web)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94A8"/>
                </a:solidFill>
                <a:latin typeface="Calibri"/>
              </a:defRPr>
            </a:pPr>
            <a:r>
              <a:t>React Native (Expo) + Django REST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94A8"/>
                </a:solidFill>
                <a:latin typeface="Calibri"/>
              </a:defRPr>
            </a:pPr>
            <a:r>
              <a:t>Интеграция со Steam и STRATZ API  •  Встроенный мессенджер  •  Система услуг и отзывов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94A8"/>
                </a:solidFill>
                <a:latin typeface="Calibri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Calibri"/>
              </a:defRPr>
            </a:pPr>
            <a:r>
              <a:t>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55B"/>
                </a:solidFill>
                <a:latin typeface="Calibri"/>
              </a:defRPr>
            </a:pPr>
            <a:r>
              <a:t>Тысячи игроков хотят расти в рейтинге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94A8"/>
                </a:solidFill>
                <a:latin typeface="Calibri"/>
              </a:defRPr>
            </a:pPr>
            <a:r>
              <a:t>но не знают, где найти хорошего тренера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109728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55B"/>
                </a:solidFill>
                <a:latin typeface="Calibri"/>
              </a:defRPr>
            </a:pPr>
            <a:r>
              <a:t>Разрозненные решения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94A8"/>
                </a:solidFill>
                <a:latin typeface="Calibri"/>
              </a:defRPr>
            </a:pPr>
            <a:r>
              <a:t>Discord, Telegram, отдельные сайты — нет единой платформы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109728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55B"/>
                </a:solidFill>
                <a:latin typeface="Calibri"/>
              </a:defRPr>
            </a:pPr>
            <a:r>
              <a:t>Нет аналитики в одном месте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94A8"/>
                </a:solidFill>
                <a:latin typeface="Calibri"/>
              </a:defRPr>
            </a:pPr>
            <a:r>
              <a:t>статистика матчей, герои, мета — всё разбросано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79"/>
            <a:ext cx="10698480" cy="109728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1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455B"/>
                </a:solidFill>
                <a:latin typeface="Calibri"/>
              </a:defRPr>
            </a:pPr>
            <a:r>
              <a:t>Тренерам сложно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71499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94A8"/>
                </a:solidFill>
                <a:latin typeface="Calibri"/>
              </a:defRPr>
            </a:pPr>
            <a:r>
              <a:t>находить клиентов, управлять услугами и получать отзывы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Calibri"/>
              </a:defRPr>
            </a:pPr>
            <a:r>
              <a:t>Решение — DotaTrener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  <a:latin typeface="Calibri"/>
              </a:defRPr>
            </a:pPr>
            <a:r>
              <a:t>Вся экосистема Dota 2 коучинга в одном приложении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96596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Calibri"/>
              </a:defRPr>
            </a:pPr>
            <a:r>
              <a:t>Каталог тренеров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Фильтрация по рейтингу, цене, специализации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6032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84448" y="196596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Calibri"/>
              </a:defRPr>
            </a:pPr>
            <a:r>
              <a:t>Статистика матчей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2860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Интеграция со Steam и STRATZ API: герои, KDA, GPM/XPM, графики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56032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19088" y="196596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Calibri"/>
              </a:defRPr>
            </a:pPr>
            <a:r>
              <a:t>Каталог героев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Мета, билды предметов и способностей, винрейт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56032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53728" y="196596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Calibri"/>
              </a:defRPr>
            </a:pPr>
            <a:r>
              <a:t>Мессенджер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2860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Встроенный чат между игроком и тренером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256032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8" y="434340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Calibri"/>
              </a:defRPr>
            </a:pPr>
            <a:r>
              <a:t>Система услуг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Тренеры создают предложения, игроки выбирают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206240"/>
            <a:ext cx="256032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84448" y="434340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Calibri"/>
              </a:defRPr>
            </a:pPr>
            <a:r>
              <a:t>Отзывы и рейтинг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46634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Оценки 1–5 с текстовыми комментариями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206240"/>
            <a:ext cx="256032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19088" y="434340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Calibri"/>
              </a:defRPr>
            </a:pPr>
            <a:r>
              <a:t>Подписка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6634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Доступ к эксклюзивным материалам и занятиям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4206240"/>
            <a:ext cx="256032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53728" y="434340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Calibri"/>
              </a:defRPr>
            </a:pPr>
            <a:r>
              <a:t>Панель администратора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6634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Управление платформой и модерация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Calibri"/>
              </a:defRPr>
            </a:pPr>
            <a:r>
              <a:t>Целевая аудитория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41732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Calibri"/>
              </a:defRPr>
            </a:pPr>
            <a:r>
              <a:t>🎮  Игроки (Player)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Ищут тренеров для прокачки скилла</a:t>
            </a:r>
          </a:p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Хотят анализировать свою статистику</a:t>
            </a:r>
          </a:p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Выбирают по рейтингу, цене, специализации</a:t>
            </a:r>
          </a:p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Общаются с тренером через мессенджер</a:t>
            </a:r>
          </a:p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Смотрят мету и билды героев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41732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Calibri"/>
              </a:defRPr>
            </a:pPr>
            <a:r>
              <a:t>📢  Тренеры (Coach)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Предлагают услуги обучения игрокам</a:t>
            </a:r>
          </a:p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Выкладывают видео-уроки (до 600 MB)</a:t>
            </a:r>
          </a:p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Получают отзывы и рейтинг</a:t>
            </a:r>
          </a:p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Создают эксклюзивные материалы по подписке</a:t>
            </a:r>
          </a:p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Монетизируют свой опыт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141732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Calibri"/>
              </a:defRPr>
            </a:pPr>
            <a:r>
              <a:t>⚙  Администраторы (Admin)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Модерируют заявки на становление тренером</a:t>
            </a:r>
          </a:p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Управляют контентом и пользователями</a:t>
            </a:r>
          </a:p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Контролируют качество услуг</a:t>
            </a:r>
          </a:p>
          <a:p>
            <a:pPr>
              <a:spcAft>
                <a:spcPts val="400"/>
              </a:spcAft>
              <a:defRPr sz="1200">
                <a:solidFill>
                  <a:srgbClr val="9494A8"/>
                </a:solidFill>
                <a:latin typeface="Calibri"/>
              </a:defRPr>
            </a:pPr>
            <a:r>
              <a:t>Работают через Django Admin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Calibri"/>
              </a:defRPr>
            </a:pPr>
            <a:r>
              <a:t>Ключевая идея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C5CE7"/>
                </a:solidFill>
                <a:latin typeface="Calibri"/>
              </a:defRPr>
            </a:pPr>
            <a:r>
              <a:t>DotaTrener делает киберспортивный коучинг доступным, прозрачным и удобным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265176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5CE7"/>
                </a:solidFill>
                <a:latin typeface="Calibri"/>
              </a:defRPr>
            </a:pPr>
            <a:r>
              <a:t>Доступность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A8"/>
                </a:solidFill>
                <a:latin typeface="Calibri"/>
              </a:defRPr>
            </a:pPr>
            <a:r>
              <a:t>Вся экосистема в одном приложении: от анализа матчей до записи на занятие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560320"/>
            <a:ext cx="256032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30168" y="2651760"/>
            <a:ext cx="54864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Прозрачность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A8"/>
                </a:solidFill>
                <a:latin typeface="Calibri"/>
              </a:defRPr>
            </a:pPr>
            <a:r>
              <a:t>Реальные отзывы, верифицированный MMR и детальная статистика тренеров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560320"/>
            <a:ext cx="256032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0527" y="2651760"/>
            <a:ext cx="54864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Удобство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A8"/>
                </a:solidFill>
                <a:latin typeface="Calibri"/>
              </a:defRPr>
            </a:pPr>
            <a:r>
              <a:t>Мобильное приложение + Web — занимайся где угодно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560320"/>
            <a:ext cx="256032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90888" y="2651760"/>
            <a:ext cx="54864" cy="320040"/>
          </a:xfrm>
          <a:prstGeom prst="rect">
            <a:avLst/>
          </a:prstGeom>
          <a:solidFill>
            <a:srgbClr val="E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455B"/>
                </a:solidFill>
                <a:latin typeface="Calibri"/>
              </a:defRPr>
            </a:pPr>
            <a:r>
              <a:t>Эффективность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2004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A8"/>
                </a:solidFill>
                <a:latin typeface="Calibri"/>
              </a:defRPr>
            </a:pPr>
            <a:r>
              <a:t>Современные инструменты аналитики для отслеживания прогресса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Calibri"/>
              </a:defRPr>
            </a:pPr>
            <a:r>
              <a:t>Технологический стек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41148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89888" y="146304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Python 3.10+ / Django 4.2 / DRF</a:t>
            </a:r>
          </a:p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PostgreSQL / SQLite</a:t>
            </a:r>
          </a:p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Аутентификация: Steam OpenID + Email</a:t>
            </a:r>
          </a:p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Модели: Player, Coach, Match, Review, Chat</a:t>
            </a:r>
          </a:p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Stratz GraphQL + OpenDota REST клиенты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371600"/>
            <a:ext cx="41148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93408" y="1463040"/>
            <a:ext cx="54864" cy="320040"/>
          </a:xfrm>
          <a:prstGeom prst="rect">
            <a:avLst/>
          </a:prstGeom>
          <a:solidFill>
            <a:srgbClr val="E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2880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React Native 0.85 + Expo 56</a:t>
            </a:r>
          </a:p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TypeScript 6.0, 30+ экранов</a:t>
            </a:r>
          </a:p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Expo Router (файловая навигация)</a:t>
            </a:r>
          </a:p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Android + Web (React Native Web)</a:t>
            </a:r>
          </a:p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SecureStore, Axios, темы оформления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023360"/>
            <a:ext cx="941832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89888" y="4114800"/>
            <a:ext cx="54864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Calibri"/>
              </a:defRPr>
            </a:pPr>
            <a:r>
              <a:t>Внешние интеграции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8056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Stratz GraphQL API — матчи, герои, мета-статистика, билды предметов и способностей</a:t>
            </a:r>
          </a:p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OpenDota REST API — резервный источник для матчей и статистики</a:t>
            </a:r>
          </a:p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Steam Web API — профили, аватарки, OpenID аутентификация</a:t>
            </a:r>
          </a:p>
          <a:p>
            <a:pPr>
              <a:spcAft>
                <a:spcPts val="400"/>
              </a:spcAft>
              <a:defRPr sz="1400">
                <a:solidFill>
                  <a:srgbClr val="9494A8"/>
                </a:solidFill>
                <a:latin typeface="Calibri"/>
              </a:defRPr>
            </a:pPr>
            <a:r>
              <a:t>CDN для изображений героев и предметов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Calibri"/>
              </a:defRPr>
            </a:pPr>
            <a:r>
              <a:t>Функциональные блоки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371600"/>
            <a:ext cx="54864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Анализ матчей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История 20 последних матчей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KDA, GPM, XPM для каждого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Все 10 игроков с героями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Предметы, способности, таланты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График networth, сравнение урона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280160"/>
            <a:ext cx="256032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30168" y="1371600"/>
            <a:ext cx="54864" cy="3200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Calibri"/>
              </a:defRPr>
            </a:pPr>
            <a:r>
              <a:t>Каталог тренеров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Фильтр по рейтингу, цене, специализации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Детальный профиль с био и MMR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Создание/редактирование услуг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Видео-уроки до 600 MB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Отзывы и оценки 1–5 звёзд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280160"/>
            <a:ext cx="256032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0527" y="1371600"/>
            <a:ext cx="54864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Герои и мета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Каталог всех героев с атрибутами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Винрейт, пикрейт, банрейт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Средние KDA/GPM/XPM по герою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Билды предметов по фазам игры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Билды способностей и таланты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280160"/>
            <a:ext cx="256032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90888" y="1371600"/>
            <a:ext cx="54864" cy="320040"/>
          </a:xfrm>
          <a:prstGeom prst="rect">
            <a:avLst/>
          </a:prstGeom>
          <a:solidFill>
            <a:srgbClr val="E04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455B"/>
                </a:solidFill>
                <a:latin typeface="Calibri"/>
              </a:defRPr>
            </a:pPr>
            <a:r>
              <a:t>Коммуникация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82880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Встроенный мессенджер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Диалог: игрок ↔ тренер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Привязка к услуге</a:t>
            </a:r>
          </a:p>
          <a:p>
            <a:pPr>
              <a:spcAft>
                <a:spcPts val="400"/>
              </a:spcAft>
              <a:defRPr sz="1300">
                <a:solidFill>
                  <a:srgbClr val="9494A8"/>
                </a:solidFill>
                <a:latin typeface="Calibri"/>
              </a:defRPr>
            </a:pPr>
            <a:r>
              <a:t>Список диалогов с уведомлениями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5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0" y="2286000"/>
            <a:ext cx="1554480" cy="54864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0F0F5"/>
                </a:solidFill>
                <a:latin typeface="Calibri"/>
              </a:defRPr>
            </a:pPr>
            <a:r>
              <a:t>DotaTrener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94A8"/>
                </a:solidFill>
                <a:latin typeface="Calibri"/>
              </a:defRPr>
            </a:pPr>
            <a:r>
              <a:t>Киберспортивный коучинг без границ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94A8"/>
                </a:solidFill>
                <a:latin typeface="Calibri"/>
              </a:defRPr>
            </a:pPr>
            <a:r>
              <a:t>React Native (Expo) + Django REST Framework</a:t>
            </a:r>
            <a:br/>
            <a:r>
              <a:t>Stratz API  •  OpenDota API  •  Steam OpenID</a:t>
            </a:r>
            <a:br/>
            <a:r>
              <a:t>Android + Web  •  Русскоязычный интерфейс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572000"/>
            <a:ext cx="5760720" cy="36576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C5CE7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94A8"/>
                </a:solidFill>
                <a:latin typeface="Calibri"/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